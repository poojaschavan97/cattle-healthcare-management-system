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2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09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29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89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48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47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6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46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6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04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624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161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635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78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1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978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60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C5CF68A-0863-4962-AB49-56BCAE5FB26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F829369-2D52-4F29-B32E-C85C162C9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6FE2-BF3D-E77F-7A2F-EB2FDF097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9227"/>
            <a:ext cx="9144000" cy="2387600"/>
          </a:xfrm>
        </p:spPr>
        <p:txBody>
          <a:bodyPr/>
          <a:lstStyle/>
          <a:p>
            <a:r>
              <a:rPr lang="en-IN" dirty="0"/>
              <a:t>Health Management System for Dairy Cattle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D3DF1-2D38-E320-06A9-E7476023B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9157" y="3781174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sz="1600" dirty="0"/>
              <a:t>Members</a:t>
            </a:r>
          </a:p>
          <a:p>
            <a:pPr marL="342900" indent="-342900" algn="l">
              <a:buFontTx/>
              <a:buChar char="-"/>
            </a:pPr>
            <a:r>
              <a:rPr lang="en-US" sz="1600" dirty="0"/>
              <a:t>Akash, Chinmay, Utkarsha, Pooja</a:t>
            </a:r>
          </a:p>
          <a:p>
            <a:pPr algn="l"/>
            <a:r>
              <a:rPr lang="en-US" sz="1600" dirty="0"/>
              <a:t>Business Analyst</a:t>
            </a:r>
          </a:p>
          <a:p>
            <a:pPr algn="l"/>
            <a:r>
              <a:rPr lang="en-US" sz="1600" dirty="0"/>
              <a:t>Date : 18</a:t>
            </a:r>
            <a:r>
              <a:rPr lang="en-US" sz="1600" baseline="30000" dirty="0"/>
              <a:t>th</a:t>
            </a:r>
            <a:r>
              <a:rPr lang="en-US" sz="1600" dirty="0"/>
              <a:t> Feb 2026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9273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0D3C-00F8-47DD-E92D-19603726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134FB-3EFD-4CF8-B194-8BA424EB4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Dairy farms rely on manual and fragmented health record-keeping methods</a:t>
            </a:r>
          </a:p>
          <a:p>
            <a:r>
              <a:rPr lang="en-IN" dirty="0"/>
              <a:t>Health information is often recorded informally or not documented consistently</a:t>
            </a:r>
          </a:p>
          <a:p>
            <a:r>
              <a:rPr lang="en-IN" dirty="0"/>
              <a:t>Delayed identification of illness affects cattle productivity and farm efficiency</a:t>
            </a:r>
          </a:p>
          <a:p>
            <a:r>
              <a:rPr lang="en-IN" dirty="0"/>
              <a:t>Treatment history is difficult to track and retrieve</a:t>
            </a:r>
          </a:p>
          <a:p>
            <a:r>
              <a:rPr lang="en-IN" dirty="0"/>
              <a:t>Limited coordination between dairy farmers and veterinarians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16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3E71-AD2C-4050-F634-04BE5188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D58B-94BD-3285-C2DF-57EC2853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a structured framework for managing cattle health records</a:t>
            </a:r>
          </a:p>
          <a:p>
            <a:r>
              <a:rPr lang="en-IN" dirty="0"/>
              <a:t>Standardize documentation of symptoms, treatments, and consultations</a:t>
            </a:r>
          </a:p>
          <a:p>
            <a:r>
              <a:rPr lang="en-IN" dirty="0"/>
              <a:t>Improve coordination between dairy farmers and veterinarians</a:t>
            </a:r>
          </a:p>
          <a:p>
            <a:r>
              <a:rPr lang="en-IN" dirty="0"/>
              <a:t>Enhance visibility of cattle health history for informed decision-making</a:t>
            </a:r>
          </a:p>
          <a:p>
            <a:r>
              <a:rPr lang="en-IN" dirty="0"/>
              <a:t>Deliver comprehensive Business Analysis artifacts and UML models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75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1A57-65B2-253A-9D47-E39D7666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A7A4F-A0F2-680E-AA40-6378DA368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Creation and management of cattle profiles</a:t>
            </a:r>
          </a:p>
          <a:p>
            <a:r>
              <a:rPr lang="en-IN" dirty="0"/>
              <a:t>Recording and tracking of health conditions</a:t>
            </a:r>
          </a:p>
          <a:p>
            <a:r>
              <a:rPr lang="en-IN" dirty="0"/>
              <a:t>Documentation of treatments and follow-ups</a:t>
            </a:r>
          </a:p>
          <a:p>
            <a:r>
              <a:rPr lang="en-IN" dirty="0"/>
              <a:t>Scheduling and recording veterinary visits</a:t>
            </a:r>
          </a:p>
          <a:p>
            <a:r>
              <a:rPr lang="en-IN" dirty="0"/>
              <a:t>Role-based user access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57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7E4A2-33DB-48DF-68D0-514B3280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D809-A5CA-187C-CA68-20310CFA37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👨‍🌾 Dairy Farmer</a:t>
            </a:r>
          </a:p>
          <a:p>
            <a:r>
              <a:rPr lang="en-IN" dirty="0"/>
              <a:t>Records health conditions</a:t>
            </a:r>
          </a:p>
          <a:p>
            <a:r>
              <a:rPr lang="en-IN" dirty="0"/>
              <a:t>Schedules veterinary visits</a:t>
            </a:r>
          </a:p>
          <a:p>
            <a:r>
              <a:rPr lang="en-IN" dirty="0"/>
              <a:t>Monitors treatment history</a:t>
            </a:r>
          </a:p>
          <a:p>
            <a:pPr marL="0" indent="0">
              <a:buNone/>
            </a:pPr>
            <a:r>
              <a:rPr lang="en-IN" b="1" dirty="0"/>
              <a:t>👩‍⚕️ Veterinarian</a:t>
            </a:r>
          </a:p>
          <a:p>
            <a:r>
              <a:rPr lang="en-IN" dirty="0"/>
              <a:t>Conducts consultations</a:t>
            </a:r>
          </a:p>
          <a:p>
            <a:r>
              <a:rPr lang="en-IN" dirty="0"/>
              <a:t>Records diagnosis and treatment</a:t>
            </a:r>
          </a:p>
          <a:p>
            <a:r>
              <a:rPr lang="en-IN" dirty="0"/>
              <a:t>Documents follow-up instructions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2851D-A99E-EE44-129B-5FA62B6144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👤 System Administrator</a:t>
            </a:r>
          </a:p>
          <a:p>
            <a:r>
              <a:rPr lang="en-IN" dirty="0"/>
              <a:t>Manages user accounts</a:t>
            </a:r>
          </a:p>
          <a:p>
            <a:r>
              <a:rPr lang="en-IN" dirty="0"/>
              <a:t>Assigns roles and access permissions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89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53C8-2E12-191A-F21E-68A0591B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State vs Future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2B542-26C6-0A38-01E5-3485C3AF0B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🔴 Current State (As-Is)</a:t>
            </a:r>
          </a:p>
          <a:p>
            <a:r>
              <a:rPr lang="en-IN" dirty="0"/>
              <a:t>Manual or fragmented record-keeping</a:t>
            </a:r>
          </a:p>
          <a:p>
            <a:r>
              <a:rPr lang="en-IN" dirty="0"/>
              <a:t>Health data stored in notebooks or memory</a:t>
            </a:r>
          </a:p>
          <a:p>
            <a:r>
              <a:rPr lang="en-IN" dirty="0"/>
              <a:t>Delayed detection of illness</a:t>
            </a:r>
          </a:p>
          <a:p>
            <a:r>
              <a:rPr lang="en-IN" dirty="0"/>
              <a:t>Inconsistent treatment tracking</a:t>
            </a:r>
          </a:p>
          <a:p>
            <a:r>
              <a:rPr lang="en-IN" dirty="0"/>
              <a:t>Limited visibility of historical health data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58921-CDC8-1E4B-0039-94F1823089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🟢 Future State (To-Be)</a:t>
            </a:r>
          </a:p>
          <a:p>
            <a:r>
              <a:rPr lang="en-IN" dirty="0"/>
              <a:t>Centralized cattle health profiles</a:t>
            </a:r>
          </a:p>
          <a:p>
            <a:r>
              <a:rPr lang="en-IN" dirty="0"/>
              <a:t>Structured documentation of symptoms and treatments</a:t>
            </a:r>
          </a:p>
          <a:p>
            <a:r>
              <a:rPr lang="en-IN" dirty="0"/>
              <a:t>Systematic scheduling of veterinary visits</a:t>
            </a:r>
          </a:p>
          <a:p>
            <a:r>
              <a:rPr lang="en-IN" dirty="0"/>
              <a:t>Organized treatment and follow-up tracking</a:t>
            </a:r>
          </a:p>
          <a:p>
            <a:r>
              <a:rPr lang="en-IN" dirty="0"/>
              <a:t>Improved visibility for informed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50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CB8C-DF50-1469-D3E9-1A7B8D07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1DBF-ADD7-8540-635C-B403BC809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Establish centralized cattle health record management</a:t>
            </a:r>
          </a:p>
          <a:p>
            <a:r>
              <a:rPr lang="en-IN" dirty="0"/>
              <a:t>Standardize documentation of symptoms, treatments, and consultations</a:t>
            </a:r>
          </a:p>
          <a:p>
            <a:r>
              <a:rPr lang="en-IN" dirty="0"/>
              <a:t>Enable structured scheduling and tracking of veterinary visits</a:t>
            </a:r>
          </a:p>
          <a:p>
            <a:r>
              <a:rPr lang="en-IN" dirty="0"/>
              <a:t>Maintain historical health and treatment information</a:t>
            </a:r>
          </a:p>
          <a:p>
            <a:r>
              <a:rPr lang="en-IN" dirty="0"/>
              <a:t>Improve operational visibility and coordination between stakeholders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36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8473-C015-CD64-9BF2-1349A920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Capabilities (Functional 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8620-B972-6DD6-FF84-E57CCB2B4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and manage individual cattle profiles</a:t>
            </a:r>
          </a:p>
          <a:p>
            <a:r>
              <a:rPr lang="en-IN" dirty="0"/>
              <a:t>Record and update health conditions</a:t>
            </a:r>
          </a:p>
          <a:p>
            <a:r>
              <a:rPr lang="en-IN" dirty="0"/>
              <a:t>Schedule and document veterinary visits</a:t>
            </a:r>
          </a:p>
          <a:p>
            <a:r>
              <a:rPr lang="en-IN" dirty="0"/>
              <a:t>Record treatment details and follow-up instructions</a:t>
            </a:r>
          </a:p>
          <a:p>
            <a:r>
              <a:rPr lang="en-IN" dirty="0"/>
              <a:t>View complete health and treatment history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44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3FE4-5A8B-5F4C-9953-A8054CAA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5AB8C-8396-48F1-1919-E7244C18A5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🔐 Security</a:t>
            </a:r>
          </a:p>
          <a:p>
            <a:r>
              <a:rPr lang="en-IN" dirty="0"/>
              <a:t>Role-based access control</a:t>
            </a:r>
          </a:p>
          <a:p>
            <a:r>
              <a:rPr lang="en-IN" dirty="0"/>
              <a:t>Restricted access to authorized users</a:t>
            </a:r>
          </a:p>
          <a:p>
            <a:r>
              <a:rPr lang="en-IN" b="1" dirty="0"/>
              <a:t>🖥 Usability</a:t>
            </a:r>
          </a:p>
          <a:p>
            <a:r>
              <a:rPr lang="en-IN" dirty="0"/>
              <a:t>Simple and intuitive interface for non-technical users</a:t>
            </a:r>
          </a:p>
          <a:p>
            <a:r>
              <a:rPr lang="en-IN" dirty="0"/>
              <a:t>Minimal steps for recording health information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E67AF-EF1D-8DA7-7AC6-C8D9590E29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/>
              <a:t>🌐 Accessibility</a:t>
            </a:r>
          </a:p>
          <a:p>
            <a:r>
              <a:rPr lang="en-IN" dirty="0"/>
              <a:t>Web-based system access</a:t>
            </a:r>
          </a:p>
          <a:p>
            <a:r>
              <a:rPr lang="en-IN" dirty="0"/>
              <a:t>Available through standard browsers</a:t>
            </a:r>
          </a:p>
          <a:p>
            <a:r>
              <a:rPr lang="en-IN" b="1" dirty="0"/>
              <a:t>⏱ Availability</a:t>
            </a:r>
          </a:p>
          <a:p>
            <a:r>
              <a:rPr lang="en-IN" dirty="0"/>
              <a:t>Accessible during farm operating hours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42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224E-3E1C-C3EB-FC00-CDFB8552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3CEBD0-BBAE-A7D9-D231-AA22DAE58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98" y="1825625"/>
            <a:ext cx="7980218" cy="427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3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C815-4119-11B1-9A32-92F12218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Swimlane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2C10A1-20A7-8A51-C060-E001C68E2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392" y="2366963"/>
            <a:ext cx="6627215" cy="34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85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A1B6-BCD2-B53E-D222-BEBCF399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716339-1DB1-61C0-84FB-D06C22F22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446222" cy="4460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9E0D6-4B69-4A3F-D2F3-3199436F8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422" y="1690686"/>
            <a:ext cx="5641809" cy="446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4701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39</TotalTime>
  <Words>365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Droplet</vt:lpstr>
      <vt:lpstr>Health Management System for Dairy Cattle</vt:lpstr>
      <vt:lpstr>Business Problem Statement</vt:lpstr>
      <vt:lpstr>Project Objective</vt:lpstr>
      <vt:lpstr>Scope of the Project</vt:lpstr>
      <vt:lpstr>Key Stakeholders</vt:lpstr>
      <vt:lpstr>Current State vs Future State</vt:lpstr>
      <vt:lpstr>Key Business Requirements</vt:lpstr>
      <vt:lpstr>System Capabilities (Functional Overview)</vt:lpstr>
      <vt:lpstr>Non-Functional Requirements</vt:lpstr>
      <vt:lpstr>UseCase Diagram</vt:lpstr>
      <vt:lpstr>Swimlane Diagram</vt:lpstr>
      <vt:lpstr>Prototype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sc</dc:creator>
  <cp:lastModifiedBy>pooja sc</cp:lastModifiedBy>
  <cp:revision>2</cp:revision>
  <dcterms:created xsi:type="dcterms:W3CDTF">2026-02-17T13:26:29Z</dcterms:created>
  <dcterms:modified xsi:type="dcterms:W3CDTF">2026-02-17T14:59:24Z</dcterms:modified>
</cp:coreProperties>
</file>